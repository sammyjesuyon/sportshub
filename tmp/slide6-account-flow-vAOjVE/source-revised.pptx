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fb96d945d4744" /><Relationship Type="http://schemas.openxmlformats.org/officeDocument/2006/relationships/extended-properties" Target="/docProps/app.xml" Id="Rcb8f62682cf8424e" /><Relationship Type="http://schemas.openxmlformats.org/officeDocument/2006/relationships/officeDocument" Target="/ppt/presentation.xml" Id="R2887cba85c21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853a35c7f7459c"/>
  </p:sldMasterIdLst>
  <p:notesMasterIdLst>
    <p:notesMasterId xmlns:r="http://schemas.openxmlformats.org/officeDocument/2006/relationships" r:id="R85fbbfff20fb41c1"/>
  </p:notesMasterIdLst>
  <p:sldIdLst>
    <p:sldId xmlns:r="http://schemas.openxmlformats.org/officeDocument/2006/relationships" id="256" r:id="R05d0f8e6e9c1407c"/>
    <p:sldId xmlns:r="http://schemas.openxmlformats.org/officeDocument/2006/relationships" id="257" r:id="Rf9aee1927adf4044"/>
    <p:sldId xmlns:r="http://schemas.openxmlformats.org/officeDocument/2006/relationships" id="258" r:id="R6652d836ac1d4022"/>
    <p:sldId xmlns:r="http://schemas.openxmlformats.org/officeDocument/2006/relationships" id="259" r:id="R95b1b18c0fbd46fb"/>
    <p:sldId xmlns:r="http://schemas.openxmlformats.org/officeDocument/2006/relationships" id="260" r:id="R981dcb73a73945e0"/>
    <p:sldId xmlns:r="http://schemas.openxmlformats.org/officeDocument/2006/relationships" id="261" r:id="R1858e9f6ee404f9e"/>
    <p:sldId xmlns:r="http://schemas.openxmlformats.org/officeDocument/2006/relationships" id="262" r:id="Rfcd01ee3593b4fed"/>
    <p:sldId xmlns:r="http://schemas.openxmlformats.org/officeDocument/2006/relationships" id="263" r:id="Rfc31c73122884537"/>
    <p:sldId xmlns:r="http://schemas.openxmlformats.org/officeDocument/2006/relationships" id="264" r:id="R0d3be78ab4ca472e"/>
    <p:sldId xmlns:r="http://schemas.openxmlformats.org/officeDocument/2006/relationships" id="265" r:id="R0d022be80caa414e"/>
    <p:sldId xmlns:r="http://schemas.openxmlformats.org/officeDocument/2006/relationships" id="266" r:id="R917fb38c5d804c78"/>
    <p:sldId xmlns:r="http://schemas.openxmlformats.org/officeDocument/2006/relationships" id="267" r:id="R90436df339e848dc"/>
    <p:sldId xmlns:r="http://schemas.openxmlformats.org/officeDocument/2006/relationships" id="268" r:id="Re12d79b821c644ca"/>
    <p:sldId xmlns:r="http://schemas.openxmlformats.org/officeDocument/2006/relationships" id="269" r:id="R186c76f5924c47d2"/>
    <p:sldId xmlns:r="http://schemas.openxmlformats.org/officeDocument/2006/relationships" id="270" r:id="Rabd7fa2915664a5e"/>
    <p:sldId xmlns:r="http://schemas.openxmlformats.org/officeDocument/2006/relationships" id="271" r:id="R8dd08e8dfc2044c6"/>
    <p:sldId xmlns:r="http://schemas.openxmlformats.org/officeDocument/2006/relationships" id="272" r:id="R6cc464cbf95d4545"/>
    <p:sldId xmlns:r="http://schemas.openxmlformats.org/officeDocument/2006/relationships" id="273" r:id="Rce6a9978a3684dfc"/>
    <p:sldId xmlns:r="http://schemas.openxmlformats.org/officeDocument/2006/relationships" id="274" r:id="R00ae799cf1424368"/>
    <p:sldId xmlns:r="http://schemas.openxmlformats.org/officeDocument/2006/relationships" id="275" r:id="R5e89cc3adf4444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ff1009fa6479c" /><Relationship Type="http://schemas.openxmlformats.org/officeDocument/2006/relationships/slideMaster" Target="/ppt/slideMasters/slideMaster1.xml" Id="Red853a35c7f7459c" /><Relationship Type="http://schemas.openxmlformats.org/officeDocument/2006/relationships/notesMaster" Target="/ppt/notesMasters/notesMaster1.xml" Id="R85fbbfff20fb41c1" /><Relationship Type="http://schemas.openxmlformats.org/officeDocument/2006/relationships/presProps" Target="/ppt/presProps.xml" Id="R3d96ecb82dfd429a" /><Relationship Type="http://schemas.openxmlformats.org/officeDocument/2006/relationships/tableStyles" Target="/ppt/tableStyles.xml" Id="R42ea2dc9d407414e" /><Relationship Type="http://schemas.openxmlformats.org/officeDocument/2006/relationships/slide" Target="/ppt/slides/slide1.xml" Id="R05d0f8e6e9c1407c" /><Relationship Type="http://schemas.openxmlformats.org/officeDocument/2006/relationships/slide" Target="/ppt/slides/slide2.xml" Id="Rf9aee1927adf4044" /><Relationship Type="http://schemas.openxmlformats.org/officeDocument/2006/relationships/slide" Target="/ppt/slides/slide3.xml" Id="R6652d836ac1d4022" /><Relationship Type="http://schemas.openxmlformats.org/officeDocument/2006/relationships/slide" Target="/ppt/slides/slide4.xml" Id="R95b1b18c0fbd46fb" /><Relationship Type="http://schemas.openxmlformats.org/officeDocument/2006/relationships/slide" Target="/ppt/slides/slide5.xml" Id="R981dcb73a73945e0" /><Relationship Type="http://schemas.openxmlformats.org/officeDocument/2006/relationships/slide" Target="/ppt/slides/slide6.xml" Id="R1858e9f6ee404f9e" /><Relationship Type="http://schemas.openxmlformats.org/officeDocument/2006/relationships/slide" Target="/ppt/slides/slide7.xml" Id="Rfcd01ee3593b4fed" /><Relationship Type="http://schemas.openxmlformats.org/officeDocument/2006/relationships/slide" Target="/ppt/slides/slide8.xml" Id="Rfc31c73122884537" /><Relationship Type="http://schemas.openxmlformats.org/officeDocument/2006/relationships/slide" Target="/ppt/slides/slide9.xml" Id="R0d3be78ab4ca472e" /><Relationship Type="http://schemas.openxmlformats.org/officeDocument/2006/relationships/slide" Target="/ppt/slides/slide10.xml" Id="R0d022be80caa414e" /><Relationship Type="http://schemas.openxmlformats.org/officeDocument/2006/relationships/slide" Target="/ppt/slides/slide11.xml" Id="R917fb38c5d804c78" /><Relationship Type="http://schemas.openxmlformats.org/officeDocument/2006/relationships/slide" Target="/ppt/slides/slide12.xml" Id="R90436df339e848dc" /><Relationship Type="http://schemas.openxmlformats.org/officeDocument/2006/relationships/slide" Target="/ppt/slides/slide13.xml" Id="Re12d79b821c644ca" /><Relationship Type="http://schemas.openxmlformats.org/officeDocument/2006/relationships/slide" Target="/ppt/slides/slide14.xml" Id="R186c76f5924c47d2" /><Relationship Type="http://schemas.openxmlformats.org/officeDocument/2006/relationships/slide" Target="/ppt/slides/slide15.xml" Id="Rabd7fa2915664a5e" /><Relationship Type="http://schemas.openxmlformats.org/officeDocument/2006/relationships/slide" Target="/ppt/slides/slide16.xml" Id="R8dd08e8dfc2044c6" /><Relationship Type="http://schemas.openxmlformats.org/officeDocument/2006/relationships/slide" Target="/ppt/slides/slide17.xml" Id="R6cc464cbf95d4545" /><Relationship Type="http://schemas.openxmlformats.org/officeDocument/2006/relationships/slide" Target="/ppt/slides/slide18.xml" Id="Rce6a9978a3684dfc" /><Relationship Type="http://schemas.openxmlformats.org/officeDocument/2006/relationships/slide" Target="/ppt/slides/slide19.xml" Id="R00ae799cf1424368" /><Relationship Type="http://schemas.openxmlformats.org/officeDocument/2006/relationships/slide" Target="/ppt/slides/slide20.xml" Id="R5e89cc3adf4444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7c271513a4c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c867ac1d6b460d" /><Relationship Type="http://schemas.openxmlformats.org/officeDocument/2006/relationships/notesMaster" Target="/ppt/notesMasters/notesMaster1.xml" Id="Rbcccf61d1fb140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188ef0b1d8484d" /><Relationship Type="http://schemas.openxmlformats.org/officeDocument/2006/relationships/notesMaster" Target="/ppt/notesMasters/notesMaster1.xml" Id="R07aa4459ed9e4b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f711f7f6a41f3" /><Relationship Type="http://schemas.openxmlformats.org/officeDocument/2006/relationships/notesMaster" Target="/ppt/notesMasters/notesMaster1.xml" Id="R1bd87298e54748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412c70edb94ced" /><Relationship Type="http://schemas.openxmlformats.org/officeDocument/2006/relationships/notesMaster" Target="/ppt/notesMasters/notesMaster1.xml" Id="R8a8b74e7c64440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faa681de4b4e0f" /><Relationship Type="http://schemas.openxmlformats.org/officeDocument/2006/relationships/notesMaster" Target="/ppt/notesMasters/notesMaster1.xml" Id="Ra067e21706694c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1174f67bb455a" /><Relationship Type="http://schemas.openxmlformats.org/officeDocument/2006/relationships/notesMaster" Target="/ppt/notesMasters/notesMaster1.xml" Id="R165d0572817946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774bf3280244c4" /><Relationship Type="http://schemas.openxmlformats.org/officeDocument/2006/relationships/notesMaster" Target="/ppt/notesMasters/notesMaster1.xml" Id="R850892273d2648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db86efa8184c32" /><Relationship Type="http://schemas.openxmlformats.org/officeDocument/2006/relationships/notesMaster" Target="/ppt/notesMasters/notesMaster1.xml" Id="R0d8bbaaa0d9c4e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4fffc7cf34253" /><Relationship Type="http://schemas.openxmlformats.org/officeDocument/2006/relationships/notesMaster" Target="/ppt/notesMasters/notesMaster1.xml" Id="R4ec15426fc4f41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d9604d57874908" /><Relationship Type="http://schemas.openxmlformats.org/officeDocument/2006/relationships/notesMaster" Target="/ppt/notesMasters/notesMaster1.xml" Id="Rda1002df98714d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69883fdc044e51" /><Relationship Type="http://schemas.openxmlformats.org/officeDocument/2006/relationships/notesMaster" Target="/ppt/notesMasters/notesMaster1.xml" Id="R0e33488e244c41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0c3d0a2c81463a" /><Relationship Type="http://schemas.openxmlformats.org/officeDocument/2006/relationships/notesMaster" Target="/ppt/notesMasters/notesMaster1.xml" Id="R81d1e21ec6564d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366d837fed44a6" /><Relationship Type="http://schemas.openxmlformats.org/officeDocument/2006/relationships/notesMaster" Target="/ppt/notesMasters/notesMaster1.xml" Id="R13e25128ac4f42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1dbf1a5d9045ba" /><Relationship Type="http://schemas.openxmlformats.org/officeDocument/2006/relationships/notesMaster" Target="/ppt/notesMasters/notesMaster1.xml" Id="R640a72a12ff540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fd2b1052af4f19" /><Relationship Type="http://schemas.openxmlformats.org/officeDocument/2006/relationships/notesMaster" Target="/ppt/notesMasters/notesMaster1.xml" Id="R11b1ee4344b74c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b188569f8d4674" /><Relationship Type="http://schemas.openxmlformats.org/officeDocument/2006/relationships/notesMaster" Target="/ppt/notesMasters/notesMaster1.xml" Id="R69ba2e1e7f1f45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322a58406040c5" /><Relationship Type="http://schemas.openxmlformats.org/officeDocument/2006/relationships/notesMaster" Target="/ppt/notesMasters/notesMaster1.xml" Id="R4659039aca114a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fffb532ddc422a" /><Relationship Type="http://schemas.openxmlformats.org/officeDocument/2006/relationships/notesMaster" Target="/ppt/notesMasters/notesMaster1.xml" Id="R0a6bbb5438b347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08ff8001e64d86" /><Relationship Type="http://schemas.openxmlformats.org/officeDocument/2006/relationships/notesMaster" Target="/ppt/notesMasters/notesMaster1.xml" Id="R6dbd3f2a8cbc4a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ba41f635ab4f10" /><Relationship Type="http://schemas.openxmlformats.org/officeDocument/2006/relationships/notesMaster" Target="/ppt/notesMasters/notesMaster1.xml" Id="Rd7f13e127ab4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SportsHub as a football-first product with a working browser release.</a:t>
            </a:r>
          </a:p>
          <a:p xmlns:a="http://schemas.openxmlformats.org/drawingml/2006/main">
            <a:r>
              <a:t>Set the expectation that the presentation will clearly separate what is executable today from what the documents place in the next release or later horizon.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problem in fan terms before discussing implementation.</a:t>
            </a:r>
          </a:p>
          <a:p xmlns:a="http://schemas.openxmlformats.org/drawingml/2006/main">
            <a:r>
              <a:t>The current course release is football-first and browser-based; provider-owned data and ticket fulfillment remain outside SportsHub.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/Users/samsonkitigo/Documents/cs425/CS425.pdf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technology was chosen, not only its name.</a:t>
            </a:r>
          </a:p>
          <a:p xmlns:a="http://schemas.openxmlformats.org/drawingml/2006/main">
            <a:r>
              <a:t>Docker is intentionally omitted here because it is a local development and integration-test convenience, not a product architecture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/Users/samsonkitigo/Documents/Codex/sportshub/sportshub-frontend/package.json</a:t>
            </a:r>
          </a:p>
          <a:p xmlns:a="http://schemas.openxmlformats.org/drawingml/2006/main">
            <a:r>
              <a:t>- /Users/samsonkitigo/Documents/Codex/sportshub/sportshub-backend/requirements.txt</a:t>
            </a:r>
          </a:p>
          <a:p xmlns:a="http://schemas.openxmlformats.org/drawingml/2006/main">
            <a:r>
              <a:t>- /Users/samsonkitigo/Documents/Codex/sportshub/sportshub-backend/app/db/models.py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instructor through controller, service, repository, model, and database responsibilities.</a:t>
            </a:r>
          </a:p>
          <a:p xmlns:a="http://schemas.openxmlformats.org/drawingml/2006/main">
            <a:r>
              <a:t>Call out that the explicit repository layer was added to match the implementation rubric and improve testability.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/Users/samsonkitigo/Documents/Codex/sportshub/sportshub-backend/app/api</a:t>
            </a:r>
          </a:p>
          <a:p xmlns:a="http://schemas.openxmlformats.org/drawingml/2006/main">
            <a:r>
              <a:t>- /Users/samsonkitigo/Documents/Codex/sportshub/sportshub-backend/app/services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scope checkpoint: every card can be demonstrated in the current application.</a:t>
            </a:r>
          </a:p>
          <a:p xmlns:a="http://schemas.openxmlformats.org/drawingml/2006/main">
            <a:r>
              <a:t>The following slides explain the behavior and implementation value of each capability in more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/Users/samsonkitigo/Documents/Codex/sportshub/sportshub-frontend/README.md</a:t>
            </a:r>
          </a:p>
          <a:p xmlns:a="http://schemas.openxmlformats.org/drawingml/2006/main">
            <a:r>
              <a:t>- /Users/samsonkitigo/Documents/Codex/sportshub/sportshub-backend/README.md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registration or login, then explain that route guards improve UX while the API provides the actual security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/Users/samsonkitigo/Documents/Codex/sportshub/sportshub-backend/app/api/auth.py</a:t>
            </a:r>
          </a:p>
          <a:p xmlns:a="http://schemas.openxmlformats.org/drawingml/2006/main">
            <a:r>
              <a:t>- /Users/samsonkitigo/Documents/Codex/sportshub/sportshub-backend/app/services/auth.py</a:t>
            </a:r>
          </a:p>
          <a:p xmlns:a="http://schemas.openxmlformats.org/drawingml/2006/main">
            <a:r>
              <a:t>- /Users/samsonkitigo/Documents/Codex/sportshub/sportshub-frontend/src/auth/AuthContext.tsx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 date change, local kickoff time, status tab, and pagination control.</a:t>
            </a:r>
          </a:p>
          <a:p xmlns:a="http://schemas.openxmlformats.org/drawingml/2006/main">
            <a:r>
              <a:t>Explain the prior bug that mixed other-day completed fixtures and how local-date filtering now prevents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/Users/samsonkitigo/Documents/Codex/sportshub/sportshub-backend/app/api/fixtures.py</a:t>
            </a:r>
          </a:p>
          <a:p xmlns:a="http://schemas.openxmlformats.org/drawingml/2006/main">
            <a:r>
              <a:t>- /Users/samsonkitigo/Documents/Codex/sportshub/sportshub-frontend/src/pages/HomePage.tsx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each detail tab during the demo and emphasize graceful handling when a provider omits optional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/Users/samsonkitigo/Documents/Codex/sportshub/sportshub-backend/app/api/fixtures.py</a:t>
            </a:r>
          </a:p>
          <a:p xmlns:a="http://schemas.openxmlformats.org/drawingml/2006/main">
            <a:r>
              <a:t>- /Users/samsonkitigo/Documents/Codex/sportshub/sportshub-frontend/src/pages/FixtureDetailPage.tsx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a team search, the profile facts, the match outlook, and a recent-search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/Users/samsonkitigo/Documents/Codex/sportshub/sportshub-backend/app/api/teams.py</a:t>
            </a:r>
          </a:p>
          <a:p xmlns:a="http://schemas.openxmlformats.org/drawingml/2006/main">
            <a:r>
              <a:t>- /Users/samsonkitigo/Documents/Codex/sportshub/sportshub-backend/app/services/teams.py</a:t>
            </a:r>
          </a:p>
          <a:p xmlns:a="http://schemas.openxmlformats.org/drawingml/2006/main">
            <a:r>
              <a:t>- /Users/samsonkitigo/Documents/Codex/sportshub/sportshub-frontend/src/pages/TeamsPage.tsx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a team, show it in My Hub, then remove it to prove that personalization is reversible.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/Users/samsonkitigo/Documents/Codex/sportshub/sportshub-backend/app/api/users.py</a:t>
            </a:r>
          </a:p>
          <a:p xmlns:a="http://schemas.openxmlformats.org/drawingml/2006/main">
            <a:r>
              <a:t>- /Users/samsonkitigo/Documents/Codex/sportshub/sportshub-backend/app/repositories/team_preferences.py</a:t>
            </a:r>
          </a:p>
          <a:p xmlns:a="http://schemas.openxmlformats.org/drawingml/2006/main">
            <a:r>
              <a:t>- /Users/samsonkitigo/Documents/Codex/sportshub/sportshub-frontend/src/pages/TeamsPage.tsx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difference between the implemented inbox/preferences foundation and the not-yet-implemented match-event scheduler.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/Users/samsonkitigo/Documents/Codex/sportshub/sportshub-backend/app/services/notifications.py</a:t>
            </a:r>
          </a:p>
          <a:p xmlns:a="http://schemas.openxmlformats.org/drawingml/2006/main">
            <a:r>
              <a:t>- /Users/samsonkitigo/Documents/Codex/sportshub/sportshub-backend/app/services/auth.py</a:t>
            </a:r>
          </a:p>
          <a:p xmlns:a="http://schemas.openxmlformats.org/drawingml/2006/main">
            <a:r>
              <a:t>- /Users/samsonkitigo/Documents/Codex/sportshub/sportshub-backend/app/services/teams.py</a:t>
            </a:r>
          </a:p>
          <a:p xmlns:a="http://schemas.openxmlformats.org/drawingml/2006/main">
            <a:r>
              <a:t>- /Users/samsonkitigo/Documents/Codex/sportshub/sportshub-frontend/src/pages/AlertsPage.tsx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caching to the provider suspension and free-tier constraint: the goal is resilient product behavior, not a quota dashboard for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/Users/samsonkitigo/Documents/Codex/sportshub/sportshub-backend/app/api/admin.py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the user interface to backend enforcement: protected routes improve navigation, but authorization, validation, and record scoping happen in the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/Users/samsonkitigo/Documents/Codex/sportshub/sportshub-backend/app/core/security.py</a:t>
            </a:r>
          </a:p>
          <a:p xmlns:a="http://schemas.openxmlformats.org/drawingml/2006/main">
            <a:r>
              <a:t>- /Users/samsonkitigo/Documents/Codex/sportshub/sportshub-backend/app/api/dependencies.py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what each layer proves rather than treating the counts as the entire testing story.</a:t>
            </a:r>
          </a:p>
          <a:p xmlns:a="http://schemas.openxmlformats.org/drawingml/2006/main">
            <a:r>
              <a:t>The integration profile reruns the backend suite against PostgreSQL so repository behavior matches the production database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- /Users/samsonkitigo/Documents/Codex/sportshub/sportshub-backend/tests</a:t>
            </a:r>
          </a:p>
          <a:p xmlns:a="http://schemas.openxmlformats.org/drawingml/2006/main">
            <a:r>
              <a:t>- /Users/samsonkitigo/Documents/Codex/sportshub/sportshub-frontend/src/test/App.test.tsx</a:t>
            </a:r>
          </a:p>
          <a:p xmlns:a="http://schemas.openxmlformats.org/drawingml/2006/main">
            <a:r>
              <a:t>- /Users/samsonkitigo/Documents/Codex/sportshub/sportshub-frontend/e2e/smoke.spec.ts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browser demonstration checklist so the presentation proves the major current-release use cases in one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realtime behavior and automated alerts as one coherent next-release slice built on the current fixture and inbox foundations.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- /Users/samsonkitigo/Documents/Codex/sportshub/docs/lab4_sequence_diagram.pdf</a:t>
            </a:r>
          </a:p>
          <a:p xmlns:a="http://schemas.openxmlformats.org/drawingml/2006/main">
            <a:r>
              <a:t>- /Users/samsonkitigo/Documents/Codex/sportshub/docs/SportsHub_Lab5.pdf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ticketing precise: SportsHub supports discovery and safe handoff only.</a:t>
            </a:r>
          </a:p>
          <a:p xmlns:a="http://schemas.openxmlformats.org/drawingml/2006/main">
            <a:r>
              <a:t>Featured-tournament administration comes from the documented use case and does not delete the underlying tournament or fixtures.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- /Users/samsonkitigo/Documents/Codex/sportshub/docs/lab4_sequence_diagram.pdf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these as release-enabling engineering tasks rather than end-user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- /Users/samsonkitigo/Documents/Codex/sportshub/docs/SportsHub Lab 3 Architecture - Scope Aligned.pdf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protect scope: the documents name these ideas, but the next release remains focused on finishing the web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/Users/samsonkitigo/Documents/cs425/CS425.pdf</a:t>
            </a:r>
          </a:p>
          <a:p xmlns:a="http://schemas.openxmlformats.org/drawingml/2006/main">
            <a:r>
              <a:t>- /Users/samsonkitigo/Documents/Codex/sportshub/docs/SportsHub Lab 3 Architecture - Scope Aligned.pdf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opening promise: a coherent current experience and a disciplined, evidence-backed next release.</a:t>
            </a:r>
          </a:p>
          <a:p xmlns:a="http://schemas.openxmlformats.org/drawingml/2006/main">
            <a:r>
              <a:t>Invite technical questions about layering, authentication, user scoping, provider normalization, caching, migrations, or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/Users/samsonkitigo/Documents/Codex/sportshub/docs/WEB_PLAN.md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2fbfe0e1d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3d8d215eac4233" /><Relationship Type="http://schemas.openxmlformats.org/officeDocument/2006/relationships/slideLayout" Target="/ppt/slideLayouts/slideLayout1.xml" Id="R4e14e24b319d44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14e24b319d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64ded71f24190" /><Relationship Type="http://schemas.openxmlformats.org/officeDocument/2006/relationships/image" Target="/ppt/media/image.jpeg" Id="Rb037b6b7ba904c5a" /><Relationship Type="http://schemas.openxmlformats.org/officeDocument/2006/relationships/notesSlide" Target="/ppt/notesSlides/notesSlide1.xml" Id="R6ef22d187dbb42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a5bef68144ed8" /><Relationship Type="http://schemas.openxmlformats.org/officeDocument/2006/relationships/notesSlide" Target="/ppt/notesSlides/notesSlide2.xml" Id="R6e82107c3bd6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84f2561174760" /><Relationship Type="http://schemas.openxmlformats.org/officeDocument/2006/relationships/notesSlide" Target="/ppt/notesSlides/notesSlide3.xml" Id="R6c7f0a6f64a446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fce8b13d9453a" /><Relationship Type="http://schemas.openxmlformats.org/officeDocument/2006/relationships/notesSlide" Target="/ppt/notesSlides/notesSlide4.xml" Id="R873a570ed0b1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fba8d4a914b82" /><Relationship Type="http://schemas.openxmlformats.org/officeDocument/2006/relationships/notesSlide" Target="/ppt/notesSlides/notesSlide5.xml" Id="Rc2217418ebc84e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248d742634672" /><Relationship Type="http://schemas.openxmlformats.org/officeDocument/2006/relationships/notesSlide" Target="/ppt/notesSlides/notesSlide6.xml" Id="R0c9284c6bf87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69cc986eb4625" /><Relationship Type="http://schemas.openxmlformats.org/officeDocument/2006/relationships/notesSlide" Target="/ppt/notesSlides/notesSlide7.xml" Id="R3c666e25714542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f3731dc304df4" /><Relationship Type="http://schemas.openxmlformats.org/officeDocument/2006/relationships/notesSlide" Target="/ppt/notesSlides/notesSlide8.xml" Id="R0e7c1c55bf4a40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72cab498e4913" /><Relationship Type="http://schemas.openxmlformats.org/officeDocument/2006/relationships/notesSlide" Target="/ppt/notesSlides/notesSlide9.xml" Id="Rfc83dabb91654a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0d177021d4268" /><Relationship Type="http://schemas.openxmlformats.org/officeDocument/2006/relationships/notesSlide" Target="/ppt/notesSlides/notesSlide10.xml" Id="R4cef49c5056544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b889f41c04145" /><Relationship Type="http://schemas.openxmlformats.org/officeDocument/2006/relationships/notesSlide" Target="/ppt/notesSlides/notesSlide11.xml" Id="Rfb617222452943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24457fc22428f" /><Relationship Type="http://schemas.openxmlformats.org/officeDocument/2006/relationships/notesSlide" Target="/ppt/notesSlides/notesSlide12.xml" Id="R07504b01ddd440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3323171994370" /><Relationship Type="http://schemas.openxmlformats.org/officeDocument/2006/relationships/image" Target="/ppt/media/image2.jpeg" Id="Rdda1601bd66c49fa" /><Relationship Type="http://schemas.openxmlformats.org/officeDocument/2006/relationships/notesSlide" Target="/ppt/notesSlides/notesSlide13.xml" Id="Re317d5bb98564c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ff0b119634de8" /><Relationship Type="http://schemas.openxmlformats.org/officeDocument/2006/relationships/notesSlide" Target="/ppt/notesSlides/notesSlide14.xml" Id="R04a09036b5a14b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817cc055c440a" /><Relationship Type="http://schemas.openxmlformats.org/officeDocument/2006/relationships/image" Target="/ppt/media/image3.jpeg" Id="R0b96f17d23d64c0d" /><Relationship Type="http://schemas.openxmlformats.org/officeDocument/2006/relationships/notesSlide" Target="/ppt/notesSlides/notesSlide15.xml" Id="Rd8fbe905b0af43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fa3c2b4047b7" /><Relationship Type="http://schemas.openxmlformats.org/officeDocument/2006/relationships/notesSlide" Target="/ppt/notesSlides/notesSlide16.xml" Id="R1c6a1ad339034c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449bed9274870" /><Relationship Type="http://schemas.openxmlformats.org/officeDocument/2006/relationships/notesSlide" Target="/ppt/notesSlides/notesSlide17.xml" Id="R61076ba79bf541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aa1faf3164a16" /><Relationship Type="http://schemas.openxmlformats.org/officeDocument/2006/relationships/notesSlide" Target="/ppt/notesSlides/notesSlide18.xml" Id="Rd8c2e306138b4e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7ce77bf734ff2" /><Relationship Type="http://schemas.openxmlformats.org/officeDocument/2006/relationships/notesSlide" Target="/ppt/notesSlides/notesSlide19.xml" Id="Rb0131817c2514f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6ad5e9d454140" /><Relationship Type="http://schemas.openxmlformats.org/officeDocument/2006/relationships/image" Target="/ppt/media/image4.jpeg" Id="R68a40004a0f54904" /><Relationship Type="http://schemas.openxmlformats.org/officeDocument/2006/relationships/notesSlide" Target="/ppt/notesSlides/notesSlide20.xml" Id="Rb7774894b83b4e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8F04A-B3FF-4C2E-A1AB-E766EA6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F59EF-290B-4102-8D15-EF9D55A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 focused football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BC9AB-A2D0-48E8-9570-42439AB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CS425 project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D367F-214C-44E5-9ACF-483FD879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Samson Kitigo · Student ID 618666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6A5FA-37A0-4013-9E18-00F08DD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9B93B-6720-4607-BDA7-DD745C6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C5286-AF56-4A29-8146-05B2D28A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3390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C2CFD-C31D-4CC2-94C0-706BE5C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6B37E-2697-4E80-A723-396A08C9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33900"/>
            <a:ext cx="1409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CD43A-E70C-4DA6-81F8-5F1536E1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91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CEDED-9298-4B1F-8D3E-5E1B1D9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working, tested web release—followed by a clearly separated plan for realtime updates, official tickets, administration, and broader sports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B7B19-BA5F-457B-A7B0-6E2E8CFA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9575"/>
            <a:ext cx="5619750" cy="56578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7b6b7ba904c5a"/>
          <a:srcRect xmlns:a="http://schemas.openxmlformats.org/drawingml/2006/main" l="22068" t="0" r="22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457200"/>
            <a:ext cx="5524500" cy="55626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</p:spTree>
    <p:extLst>
      <p:ext uri="{BB962C8B-B14F-4D97-AF65-F5344CB8AC3E}">
        <p14:creationId xmlns:p14="http://schemas.microsoft.com/office/powerpoint/2010/main" val="1294157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4C2B6-EEBD-4F39-A96C-4D61F0C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277BA-D985-4737-8A4A-DC12683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SportsHub connects the pieces of a fan’s matchday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74BE9-0D9E-43E0-B425-53DB504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5C22-713D-4ADE-821A-6637D2D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4210050" cy="445770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47AE-6E3A-417A-A3C7-ECB6FB3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Problem and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86E12-AC8A-4E14-B199-0F9E8E5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390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Scores, team context, and fan tools often live in separate places.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85C28-53E9-4646-A198-3248BA8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314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SportsHub brings the essential football journey into one responsive web experience: browse the day, understand a fixture, explore a club, personalize a hub, and review alerts.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2CDCC-EF32-4628-A356-54537CC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5F907-C718-4EF5-82CD-F0F5C0B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FOOTBALL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508DF-99A6-4980-A82A-865535F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811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78FCD-8773-4474-8D7E-5D441B0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2F0C0-C584-4779-9BDB-D361C6D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92E2-406F-445C-B20C-A5A83D3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621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E9166-39F0-4170-8655-11676254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matchdays, inspect fixtures, explore teams, personalize My Hub, and review alerts.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6450-1C4A-4A7C-994F-E1CFF802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3DAF4-6D35-45E4-B333-5F72231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8758D-6FDD-42ED-B889-4A06909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C9D8F-5D64-4B82-A94D-82361787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Administrators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CAD88-34ED-4A74-952C-E9CC941B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Planned role-protected workflows manage competitions, integrations, and operational configuration.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3AEE-2DCA-460B-9815-9C45729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3FC86-F45F-4729-844A-A7CC07F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147E1-6ACF-4BD5-8181-28A5133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BEED1-FB8F-4189-BCCE-01D6D0B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052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External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91DB1-E1D0-48DA-93E4-3FE7DFDF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iSportsAPI remains authoritative for sports data; future ticket and delivery providers stay outside the system boundary.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FF3D5-3E18-4F97-801E-7245B16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87B2D-B1EC-4840-AF4D-7BECD06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6CBF9-2EE8-4301-9023-C053EE78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89539-F089-46E8-802F-7391BC2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052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Course objective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44A68-624D-461D-AFDD-EBEC71CC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48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Demonstrate requirements traceability, layered design, persistence, security, testing, and a working application.</a:t>
            </a:r>
          </a:p>
        </p:txBody>
      </p:sp>
    </p:spTree>
    <p:extLst>
      <p:ext uri="{BB962C8B-B14F-4D97-AF65-F5344CB8AC3E}">
        <p14:creationId xmlns:p14="http://schemas.microsoft.com/office/powerpoint/2010/main" val="74763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core stack makes responsibilities visible and testable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Responsive fan journeys with explicit client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Route-level pages keep public and protected journeys clear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Typed API models catch response-shape mistakes early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Reusable components support desktop and mobile layouts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Vite keeps development, tests, and production builds fast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 + Pydantic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A small modular API with built-in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Versioned REST endpoints and generated OpenAPI documentation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Pydantic schemas validate requests and normalize responses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Dependency injection provides auth and repository boundaries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 modular monolith fits the course scope without microservice overhead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Durable relational storage for user-scoped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Constraints protect users, teams, preferences, and alerts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Transactions fit follow operations and inbox creation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Indexes support predictable user and team lookups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Alembic provides repeatable, reviewable schema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Selection principle: choose mature tools that strengthen correctness, clarity, and demonstration value.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implementation follows explicit application-layer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Endpoint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Own HTTP validation, status codes, and authentication dependencies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Controllers translate requests and responses without embedding database queries or provider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Coordinate business rules and transaction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Following teams, creating alerts, and updating global preferences remain deliberate, testable operations.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Repository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Isolate SQLAlchemy queries and persistence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Repositories keep database code out of endpoints and make PostgreSQL behavior independently testable.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Provider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Normalize iSportsAPI behind SportsHub contracts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Caching, host fallback, and vendor-field mapping can change without rewriting client-facing endpoints.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These boundaries keep persistence details, provider formats, and privileged diagnostics out of the fan interface.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8E7BF-E48C-455C-ABC2-B3418C7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C3277-8897-490B-A2EA-D4B1AAC5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Six implemented capabilities form one connected fan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80830-67BB-417B-87A9-16D76FF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F3B06-493E-480D-8C99-A6FD57E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7AFA-C29C-4A48-8B62-A9728C7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BCDF0-CAC3-4E1F-AA99-374D797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64F4D-A92F-46CC-9644-C9ECFB7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Account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BEFF1-9BC2-493C-A09B-7DA0556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21DFE-3414-4BC5-81BC-D7638A6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43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FDF8B-22B8-4285-A61C-0F5860D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Register, sign in, restore the current user, and reach protected routes with a bearer token.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F22A6-0CB5-4082-8478-8225D75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D0A75-EC13-4EA3-A5DE-40780DC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1101-DCF5-488C-BF54-3D8525C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29D34-3845-4545-971C-2AB6ABC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 center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77BDD-8925-465D-832C-746DC021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76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A9B5F-AC37-49E4-A60D-E2715DAC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43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FC2F0-593A-469D-82FF-7583FF2A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one selected local date with status groups, local kickoff times, ordering, and pagination.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1EFC2-EF96-4BA5-B526-160B390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7C448-7406-4A52-BE44-158F7CF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ACA9B-85E1-4B4E-AAB3-D8DE20B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2076D-2C23-49C5-9711-593D32A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Fixture details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5AF45-829D-42C3-8BB5-CD136FF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90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A6AD4-0A72-4FE8-9750-412EE99B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57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116EC-57F6-4FC2-8F02-F3B9CBCF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Review overview, statistics, lineups, timeline, and an explicit Chat coming-soon boundary.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13D8F-EA89-4D4E-BF92-E13C333C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32512-4075-47EB-A8B9-D10E4BA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46F6B-FF86-4003-A927-089D6D1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CB27B-8F60-4D5B-AB3E-8251BA8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Explore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65E10-BC6A-4B8E-B0B1-167CE75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C1422-3C7B-490C-8E9F-A64FA72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57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24E12-6351-4E8A-B991-55935F5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04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 publicly, open a useful team profile, view match outlook, and return through recent searches.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26504-5997-494C-83E9-82A5C460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5B735-CDD8-4F7E-8194-5B784C2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5811ED-58EF-490E-9888-0A46E57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219A7-526E-42E8-9C5E-14A429E0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My Hub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1D18AB-3527-4695-9011-77F0C68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05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780C4-2F3D-44E3-91C5-B48EB433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3444A-5DA7-472F-B766-73DBFC2C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Follow, list, and remove teams through authenticated user-scoped operations.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F8D416-DC66-4483-B7EA-EA5DFC5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E0CA8-763F-439C-9471-6900582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B10C1-ECD8-4E3E-8AAE-AA73934B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0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30393-4393-4650-9554-F1A1B54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Alert inbox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C9BA1-757E-441B-980D-59336063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05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01B33B-D68F-420B-8F0C-D44AAEC8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0EFBFD-16FF-488E-8F8A-B622207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14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Review persisted summaries, unread counts, read state, mark-all-read, and stored global preferences.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5C8259-3FB1-48F1-B92A-C59F2FC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868582-F868-4ACB-9DB4-063AD23A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capability on this page is executable in the current release; later features begin in the dedicated roadmap section.</a:t>
            </a:r>
          </a:p>
        </p:txBody>
      </p:sp>
    </p:spTree>
    <p:extLst>
      <p:ext uri="{BB962C8B-B14F-4D97-AF65-F5344CB8AC3E}">
        <p14:creationId xmlns:p14="http://schemas.microsoft.com/office/powerpoint/2010/main" val="1142770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Accounts create a secure, user-scoped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Registration validates required fields and unique email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successful registration persists the fan and immediately issues an authenticated session.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Sign in &amp; restore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Login verifies credentials; /auth/me restores the current 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AuthContext owns token lifecycle so route pages do not duplicate session logic.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Authenticated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Protected endpoints derive the user from the validated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Self-service preference operations never trust a browser-supplied userId.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Protected journeys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My Hub and Alerts require 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Anonymous visitors are redirected to sign in while matchday and team exploration remain public.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Documented next step: add full profile editing and account deletion with the same user-scoped security rules.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matchday center keeps every fixture on the right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Selected 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Users can move through past, current, and upcoming matchdays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API returns only fixtures whose kickoff belongs to the selected local calendar 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Local kickoff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Browser timezone is sent to the API and rendered with locale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Fans see the match at the time and date that apply where they are, including UTC day-boundary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Status &amp; 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Live, half-time, full-time, and scheduled fixtures stay distinct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Live and in-progress matches appear first, with the latest active fixtures ordered ahead of older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Pagination &amp; states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Large matchdays are paginated and filterable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Loading, no-results, unavailable-provider, and retry states keep the page usable without exposing provider telemetry.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Next release adds independent polling and SSE; the current page refreshes from date-scoped provider snapshots.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Fixture details turn a score into match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Score, status, venue, referee, kickoff, and period totals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fan can understand the match state without leaving the selected fixture.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Provider-backed team metrics are normalized into a stable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Available possession, shots, and other measures render by team while missing data degrades cleanly.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Lineups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Formation, coach, starting XI, and substitutes appear by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detail contract keeps provider-specific fields out of the React page.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Timeline &amp; tabs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Goals, cards, substitutions, and match events share an accessible tab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Tabs keep dense information readable and retain one clear route back to the matchday center.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Chat is intentionally labeled “Coming soon”; no messaging or community behavior is claimed in this release.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Explore Teams answers who a club is—and 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Public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Search provider-backed teams without signing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Discovery is deliberately separate from the authenticated action of following a team.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Useful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Crest, country, type, founded year, venue, capacity, and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selected search result expands into a stable SportsHub team record rather than stalling on a button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Match outlook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Show a live/current fixture, next match, and latest result when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Each match card links directly to the fixture detail route in the fan’s local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Recent searches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browser keeps the five most recently opened team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Fans can resume exploration quickly without changing account data or the teams in My Hub.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Exploring a team is public and read-only; it never adds or removes a followed-team association.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My Hub makes personalization reversible and user-scoped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Follow a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Authenticated fans add a resolved team to their personal 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user comes from the bearer token, so one fan cannot write another fan’s preferences.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Stable resolution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Repository logic resolves internal UUIDs and provider identifiers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Shared team records remain reusable even when a provider uses a different external ID format.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Duplicate safe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service appends only missing user-team associations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Repeated follow requests report duplicates instead of creating a second association.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Confirmed removal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Fans confirm before removing a followed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Only that user-team association is deleted; the shared team and other users’ follows remain intact.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Team following and global notification preferences are separate transactions with separate API requests.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alert inbox makes account activity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Persistent inbox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Alerts are stored per user and ordered newest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Refreshing the page preserves summaries, links, timestamps, and read state in PostgreSQL.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Current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Registration creates a welcome alert; a new follow creates a team alert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These concrete account events prove the inbox flow without pretending scheduled match alerts already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Unread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Navigation badge, unread dot, single-read, and mark-all-read stay synchronized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Every read operation is scoped to the authenticated user and updates the visible unread count.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Preference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Global pre-match, kickoff, end, chat, and promotion toggles are stored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API can also store a device token, but the web release does not expose push setup or delivery.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Next release generates pre-match, match-start, score, and full-time alerts from fixture events; today’s delivery is in-app only.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integration stays quota-conscious and replaceable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Adapter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iSportsAPI calls stay behind one SportsHub provider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Endpoints and React pages consume normalized fixtures, teams, statistics, lineups, and schedules.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Normalization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Vendor fields map into stable internal response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provider replacement changes the adapter and contract tests—not every controller and component.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Cache discipline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Matchdays, fixture details, teams, searches, and schedules are cached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Persistent snapshots reduce repeat requests, support local pagination, and protect a limited API allowance.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Graceful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Secondary-host retry, sample data, and clear unavailable states protect the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UI never exposes API keys, quota counters, cache-hit telemetry, or raw provider diagnostics to fans.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Provider diagnostics remain administrator-only; credentials and signing secrets stay in ignored runtime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EA31C-82BC-4EFB-BD49-A029615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8AF70-D27B-45AC-85C0-26F7B2F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Security and persistence are enforced behind the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BBA25-C588-403D-8429-49F4492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AC2CB-87EC-4AE8-A166-8F86C1A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5BE31-EAE1-4F39-BF2B-1B7D67B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SECURITY + DATA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9C9FE-B85F-4E6F-BEFC-7F12107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4CC50-A605-49B1-B0C5-AF52477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D2EF-AEF5-46B8-8538-F78324C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BCrypt hashes are stored instead of plaintext credentials.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052E0-282D-4C5F-B08C-96342164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B490C-CFD8-461F-B243-89B692B4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Bearer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4FCCF-2575-4D57-9110-0E306F36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19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Signed, expiring JWTs are validated for protected requests.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DBF5B-951E-4DB0-A8EB-8F6B2D1D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E5495-DAB7-4D34-A99A-24CB4AD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Current 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5134B-EC97-4702-B78E-14A326A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API derives identity from the token; the browser never supplies userId.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D5E3-2263-4512-BFF6-A9DF7882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1E4FC-2C9D-4405-9B5B-4C37D18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2486A-F98C-42A1-8B3B-D5D3E39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Repository classes keep SQLAlchemy queries outside endpoint and service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2EEC3-7E67-4BA0-AB9E-25278C5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AC9B-6941-4206-9DFE-4D3A30A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Migrations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6028C-04C8-424A-BCA3-9B09C7A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Alembic creates repeatable, reviewable PostgreSQL schema changes.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04613-A28C-4358-A27B-DA074D7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B33DA-DEEE-4F2C-84D5-6096DCB4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56557-3663-4472-B011-33560B54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38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keys and signing secrets remain in ignored runtime configuration.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3F55E-2787-4622-88AA-801C5F8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38275"/>
            <a:ext cx="54483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1601bd66c49fa"/>
          <a:srcRect xmlns:a="http://schemas.openxmlformats.org/drawingml/2006/main" l="10266" t="0" r="10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485900"/>
            <a:ext cx="53530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07966-42E1-46E8-AC0B-3F13194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5353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187CE-34A7-4EC0-93F9-A9637AA1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24550"/>
            <a:ext cx="501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is enforced by the API—not by hiding links.</a:t>
            </a:r>
          </a:p>
        </p:txBody>
      </p:sp>
    </p:spTree>
    <p:extLst>
      <p:ext uri="{BB962C8B-B14F-4D97-AF65-F5344CB8AC3E}">
        <p14:creationId xmlns:p14="http://schemas.microsoft.com/office/powerpoint/2010/main" val="369779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135C7-4E81-4690-A95B-F0A56C8C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57F1-CFEE-4208-8C9E-0227967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Automated evidence covers behavior at every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5C0F-4978-4A63-8378-F981900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03D3-6E90-4A02-B202-D83493B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0236-675C-4426-AE9D-A4B6956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5E26A-18C4-4EEC-9884-2DE7E5C7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E3B1-3794-4B6E-889B-E5EF7E0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pytest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169DA-0120-4CCE-B8C4-96CF4D1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DCE82-8BD0-4449-A678-802DFEC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F6867-FAF6-49ED-AD08-3F0DAEF1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frontend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1E6E0-943A-4327-85E3-065D712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224DD-92FF-408A-A634-DF8C21E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3279C-B8F8-4901-A7BF-5F65AFA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2F58C-B7B7-4761-84B8-9E2D1A0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browser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75108-4A91-47CE-B270-36A2A04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Playwright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E8B0E-1E68-425A-A2A4-DA20814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4F859-8571-4D69-B6EC-C1D70A0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DDD48-C365-4275-8FC3-5A8A608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3AF8A-A2CF-4455-A905-BC40A41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Integration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367D1-E4BC-42FA-8A01-4CF6F08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11633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08A20-1D9C-4B08-A3DD-3C7FADB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Controller and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7FE20-228A-485A-AEF9-48229A70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Authentication, validation, status codes, local-date filtering, pagination, and fixture 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7F7D7-C8B9-4ECB-8E0B-21B26A4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3E9A9-8132-48C8-9379-5A2A60A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Service and 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B1ADB-F899-44B0-A29E-0FE3154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Preference rules, user scoping, alert state, repository queries, transactions, and error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A033F-9F34-46CA-86AE-4A555EB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0FF27-66FD-4E66-83B7-85359A20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Provider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9F2BA-C61F-4557-AB3D-086111E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iSportsAPI normalization, caching, secondary-host fallback, optional detail data, and failures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A441C-A448-4E2D-B8A2-614A52D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511BE-F4B2-4E11-8CB7-65041632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6F5F7-0A65-44FB-BB34-765C7832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Desktop and mobile matchday, fixture-tab, and team-detail browser journeys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AF1D9-F5F0-489F-95F0-7145ECE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Current suite · 48 backend tests · 8 frontend tests · 2 browser projects</a:t>
            </a:r>
          </a:p>
        </p:txBody>
      </p:sp>
    </p:spTree>
    <p:extLst>
      <p:ext uri="{BB962C8B-B14F-4D97-AF65-F5344CB8AC3E}">
        <p14:creationId xmlns:p14="http://schemas.microsoft.com/office/powerpoint/2010/main" val="1839323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0EB536-9DA8-46F9-B73F-539530C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4B53F-BC5A-4FA8-959B-460F930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demo follows one fan from discovery to 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B9FB8-0F2D-4CC9-87C4-AD666CC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63076-F6E3-401C-AA5B-C54953CA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81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  <a:ln xmlns:a="http://schemas.openxmlformats.org/drawingml/2006/main" w="0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1A8C9-38E6-4695-B48E-A79109C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36A96-8205-4C3F-8340-9EF11298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19290-73A3-41D9-91D8-6B7BB4CE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 the matchday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00C54-5884-41FE-84B4-018778EF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Change the date, show local time, select a status, and open a fixture.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F1982-43B6-49DC-8AE2-15A82EC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3FC25-7EBD-46A7-929B-F980006B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95831-A9A8-4A45-A6EF-EE08BCA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Inspect the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EE56-19E0-442F-AFED-37DE09AA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Move through overview, statistics, lineups, timeline, and the Chat boundary.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49136-EADC-431D-BA84-995A918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2B080-2CDE-448F-B5E7-0D60277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4D8F8-E2C8-40C1-9707-41BE0C3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Explore a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EECBD-A29D-4E8E-9C90-FF253297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290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Search, open a profile, inspect the match outlook, and revisit a recent 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F76F7-6BC4-4592-972B-6EDF91B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36698-EA11-457F-AD5D-BF7BBA0F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14111-84F5-4FE7-98D8-B016627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Build My 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6A9CE-9C4C-4408-B43D-4DC3B54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672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Register or sign in, follow the team, then remove it with confirmation.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6F229-460C-479D-B3DA-932F0D5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223F5-B03B-4D76-AA1C-7B0C136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FFA81-1CF0-419A-A978-205B806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Review the inbox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43E1B-D626-4F4C-9B5E-8CB85C1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Open Alerts, read one item, and clear the remaining unread count.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0650D-AC39-474A-B2CF-1612053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28775"/>
            <a:ext cx="653415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6f17d23d64c0d"/>
          <a:srcRect xmlns:a="http://schemas.openxmlformats.org/drawingml/2006/main" l="2421" t="0" r="2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76400"/>
            <a:ext cx="64389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CBE31-E3FE-47C4-AD68-62F1754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If live provider data is unavailable, continue with the sample provider and the local account, hub, and alert flows.</a:t>
            </a:r>
          </a:p>
        </p:txBody>
      </p:sp>
    </p:spTree>
    <p:extLst>
      <p:ext uri="{BB962C8B-B14F-4D97-AF65-F5344CB8AC3E}">
        <p14:creationId xmlns:p14="http://schemas.microsoft.com/office/powerpoint/2010/main" val="1950191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C137E-8ACD-4B79-8462-1B0A7A6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D8C6-75CC-4A7A-A118-84E1BEC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Next release: realtime updates and match-event alerts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AD72-36E0-46E6-97A2-7988457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B372-E610-4BD2-B4B6-F87338A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E27D-255E-4AA2-95C6-98986B9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00F5-51B0-422E-9871-5E6B6E2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FF36-A9B7-4DED-82D7-8F92C03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Independent poller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3C372-5163-47F9-BACC-25BA6D5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Poll live fixtures in background work, compare snapshots, and broadcast only when a match is live or its state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AE631-DE00-4FB4-820F-5A3006E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5062C-AF2D-4F07-9091-A916B46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FB4B-0A6A-473E-95F7-B92B081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3DB5-8B09-4001-A22E-02D7E10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Browser SSE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FEAF7-34A9-403D-BBE6-6479978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Subscribe before the initial detail lookup, then deliver connected, fixture_detail, fixture_update, and heartbeat events.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902A-F4B9-4CCB-817A-8D07CA8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16EE8-34DF-4791-9245-4064478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06C0-1EB5-4F13-9FD5-47ECBB1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FEED3-2617-46BC-BB38-5C19982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Fresh reconnect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D7342-C083-4131-966A-47A7EAD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reconnect opens a new subscription and restores current state from a fresh snapshot—without Last-Event-ID or replay.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2469-3C8D-4EC3-A3B0-F6BE9D6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E224F-CB57-440E-806E-6952A98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2C230-AFA9-4698-9F95-A2C60CE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67EF9-C349-464C-9180-B3D71E49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Generated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302D8-6C8E-4657-99CF-2E69639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Evaluate followed teams and global toggles to create pre-match, kickoff, score, and full-time inbox events.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23F2-3123-436B-B3F4-9ED0274D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3DEAB-551F-4E98-92ED-99880F8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Built now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20547-C1A1-4011-87CA-200708D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24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Stored global toggles and inbox records exist now; next release adds event generation and scheduling.</a:t>
            </a:r>
          </a:p>
        </p:txBody>
      </p:sp>
    </p:spTree>
    <p:extLst>
      <p:ext uri="{BB962C8B-B14F-4D97-AF65-F5344CB8AC3E}">
        <p14:creationId xmlns:p14="http://schemas.microsoft.com/office/powerpoint/2010/main" val="11596348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C137E-8ACD-4B79-8462-1B0A7A6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D8C6-75CC-4A7A-A118-84E1BEC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Next release: tickets, standings, and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AD72-36E0-46E6-97A2-7988457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B372-E610-4BD2-B4B6-F87338A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E27D-255E-4AA2-95C6-98986B9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00F5-51B0-422E-9871-5E6B6E2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FF36-A9B7-4DED-82D7-8F92C03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Standings &amp; competitions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3C372-5163-47F9-BACC-25BA6D5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Add normalized competition and standings views so fans can move from a fixture to broader league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AE631-DE00-4FB4-820F-5A3006E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5062C-AF2D-4F07-9091-A916B46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FB4B-0A6A-473E-95F7-B92B081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3DB5-8B09-4001-A22E-02D7E10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Official ticket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FEAF7-34A9-403D-BBE6-6479978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Resolve fixture teams, competition, date, and attraction mappings into Ticketmaster search parameters.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902A-F4B9-4CCB-817A-8D07CA8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16EE8-34DF-4791-9245-4064478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06C0-1EB5-4F13-9FD5-47ECBB1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FEED3-2617-46BC-BB38-5C19982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Safe buy redirect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D7342-C083-4131-966A-47A7EAD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Route /api/v1/tickets/events/{eventId}/buy through eligible Impact links with direct Ticketmaster fallback.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2469-3C8D-4EC3-A3B0-F6BE9D6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E224F-CB57-440E-806E-6952A98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2C230-AFA9-4698-9F95-A2C60CE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67EF9-C349-464C-9180-B3D71E49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Admin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302D8-6C8E-4657-99CF-2E69639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Add role-protected featured-tournament ordering, integration status, and limited user/content operations with audit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23F2-3123-436B-B3F4-9ED0274D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3DEAB-551F-4E98-92ED-99880F8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20547-C1A1-4011-87CA-200708D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24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SportsHub does not own inventory or process payment, fulfillment, refunds, or ticket-provider support.</a:t>
            </a:r>
          </a:p>
        </p:txBody>
      </p:sp>
    </p:spTree>
    <p:extLst>
      <p:ext uri="{BB962C8B-B14F-4D97-AF65-F5344CB8AC3E}">
        <p14:creationId xmlns:p14="http://schemas.microsoft.com/office/powerpoint/2010/main" val="11596348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Next-release engineering makes the product production-ready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Shared realtime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Introduce infrastructure only when the live path requires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Add Redis when multiple API processes must share cache or subscription state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Define ownership, TTLs, versioned keys, and invalidation rules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Keep process-local cache disposable and provider snapshots recoverable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Prove concurrency and fixture-isolation behavior with 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Background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Separate scheduled work from browser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Run fixture polling and alert generation outside request handlers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Make jobs idempotent and retry provider failures with bounds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Record alert outcomes without inventing user-visible queue semantics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Measure worker health and live-update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Cloud-ready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Harden delivery, recovery, and 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Add secure edge routing, TLS, scaling, and environment configuration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Centralize logs, metrics, health checks, and secret redaction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Rehearse migrations, backup, restore, rollback, and provider outage paths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Complete accessibility, performance, and responsive regression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This work turns the same modular boundaries into a dependable release without prematurely splitting the application into microservices.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Later expansion stays separate from the next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More sports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Extend the football-first product through stable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Add sports only after provider coverage and response models are defined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Reuse authentication, preferences, alerts, and navigation foundations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Keep sport-specific rules behind adapters and services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Preserve the current “more sports coming soon” expectation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Native mobile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Deliver a dedicated Android and iOS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Push notifications tied to the same global preference model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Offline access to selected content and home-screen widgets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Biometric authentication and improved mobile performance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Share API contracts without duplicating backend business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Optional engagement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Ideas documented beyond the initial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AI predictions and personalized recommendations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Social communities, match discussion, and in-app messaging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Official merchandise discovery or marketplace features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Premium subscriptions and advanced statistics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These are long-term possibilities—not commitments for the next release and not completed functionality in the current submission.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3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3360F-586B-43E7-94A5-DAECB57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67920-C967-473F-A8CF-187BA54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working foundation for a broader sports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73395-C01D-4CB2-864C-DA3D7427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Working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CD30-8A6A-49EC-8B52-F58959F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A tested football workflow for local-time matchdays, fixture detail, team exploration, My Hub, authentication, and an in-app alert inbox.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2493-09E9-46CE-AADD-DD2BAB4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Next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B2D4B-C493-45FF-98A1-7F26700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Realtime updates, generated match alerts, standings, official ticket discovery, administration, and release hardening.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308F3-57E9-4613-896A-DFD87B3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The constant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2F0A-FF78-4BA6-8B3D-54E94A6D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29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 application boundaries keep the product understandable as it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D8F11-FC35-481C-BEFA-AAF9F545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9125"/>
            <a:ext cx="4343400" cy="53149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40004a0f54904"/>
          <a:srcRect xmlns:a="http://schemas.openxmlformats.org/drawingml/2006/main" l="27110" t="0" r="27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66750"/>
            <a:ext cx="4248150" cy="52197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AC347-0F36-4FA1-88C5-AB7E363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103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10658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2026-08-25T15:03:48.4650000Z</dcterms:created>
  <dcterms:modified xsi:type="dcterms:W3CDTF">2026-08-25T15:03:48.4650000Z</dcterms:modified>
</coreProperties>
</file>